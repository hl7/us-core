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744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0DA2F-8218-6A45-A962-C62748364A78}" type="doc">
      <dgm:prSet loTypeId="urn:microsoft.com/office/officeart/2005/8/layout/venn1" loCatId="" qsTypeId="urn:microsoft.com/office/officeart/2005/8/quickstyle/simple3" qsCatId="simple" csTypeId="urn:microsoft.com/office/officeart/2005/8/colors/colorful5" csCatId="colorful" phldr="1"/>
      <dgm:spPr/>
    </dgm:pt>
    <dgm:pt modelId="{645BBCB8-224C-D546-B4BF-A8E9D217BD82}">
      <dgm:prSet phldrT="[Text]" phldr="1"/>
      <dgm:spPr>
        <a:solidFill>
          <a:schemeClr val="accent1">
            <a:lumMod val="20000"/>
            <a:lumOff val="80000"/>
          </a:schemeClr>
        </a:solidFill>
        <a:ln>
          <a:solidFill>
            <a:schemeClr val="accent4"/>
          </a:solidFill>
        </a:ln>
      </dgm:spPr>
      <dgm:t>
        <a:bodyPr/>
        <a:lstStyle/>
        <a:p>
          <a:endParaRPr lang="en-US"/>
        </a:p>
      </dgm:t>
    </dgm:pt>
    <dgm:pt modelId="{CFCEDD52-091F-D341-BBFC-41FE68BCDCEC}" type="parTrans" cxnId="{B29B3A59-E2CA-764E-8F64-EE2536D06FCD}">
      <dgm:prSet/>
      <dgm:spPr/>
      <dgm:t>
        <a:bodyPr/>
        <a:lstStyle/>
        <a:p>
          <a:endParaRPr lang="en-US"/>
        </a:p>
      </dgm:t>
    </dgm:pt>
    <dgm:pt modelId="{5CF40E94-F683-A04C-A324-25C882DE6700}" type="sibTrans" cxnId="{B29B3A59-E2CA-764E-8F64-EE2536D06FCD}">
      <dgm:prSet/>
      <dgm:spPr/>
      <dgm:t>
        <a:bodyPr/>
        <a:lstStyle/>
        <a:p>
          <a:endParaRPr lang="en-US"/>
        </a:p>
      </dgm:t>
    </dgm:pt>
    <dgm:pt modelId="{0AE36782-817F-5A4D-B78E-CD2519204CE0}">
      <dgm:prSet phldrT="[Text]" phldr="1"/>
      <dgm:spPr>
        <a:ln>
          <a:solidFill>
            <a:schemeClr val="accent4"/>
          </a:solidFill>
        </a:ln>
      </dgm:spPr>
      <dgm:t>
        <a:bodyPr/>
        <a:lstStyle/>
        <a:p>
          <a:endParaRPr lang="en-US" dirty="0"/>
        </a:p>
      </dgm:t>
    </dgm:pt>
    <dgm:pt modelId="{8621C618-00FB-2348-8EB1-DA1366DB21F4}" type="parTrans" cxnId="{5315325C-5625-BF4E-A89E-AF7E75175F56}">
      <dgm:prSet/>
      <dgm:spPr/>
      <dgm:t>
        <a:bodyPr/>
        <a:lstStyle/>
        <a:p>
          <a:endParaRPr lang="en-US"/>
        </a:p>
      </dgm:t>
    </dgm:pt>
    <dgm:pt modelId="{F42281F2-6116-6446-A375-415B9BF4C378}" type="sibTrans" cxnId="{5315325C-5625-BF4E-A89E-AF7E75175F56}">
      <dgm:prSet/>
      <dgm:spPr/>
      <dgm:t>
        <a:bodyPr/>
        <a:lstStyle/>
        <a:p>
          <a:endParaRPr lang="en-US"/>
        </a:p>
      </dgm:t>
    </dgm:pt>
    <dgm:pt modelId="{2B0F6E60-6380-6B4E-BEDF-A5B83E58E067}" type="pres">
      <dgm:prSet presAssocID="{A820DA2F-8218-6A45-A962-C62748364A78}" presName="compositeShape" presStyleCnt="0">
        <dgm:presLayoutVars>
          <dgm:chMax val="7"/>
          <dgm:dir/>
          <dgm:resizeHandles val="exact"/>
        </dgm:presLayoutVars>
      </dgm:prSet>
      <dgm:spPr/>
    </dgm:pt>
    <dgm:pt modelId="{6E3815DD-2496-AA4F-A4C0-A831E8186EC2}" type="pres">
      <dgm:prSet presAssocID="{645BBCB8-224C-D546-B4BF-A8E9D217BD82}" presName="circ1" presStyleLbl="vennNode1" presStyleIdx="0" presStyleCnt="2"/>
      <dgm:spPr/>
    </dgm:pt>
    <dgm:pt modelId="{F46774F9-26C8-AC49-B657-76AE25E445B8}" type="pres">
      <dgm:prSet presAssocID="{645BBCB8-224C-D546-B4BF-A8E9D217BD8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96158F3-F839-7B45-9BBA-3A75167898AB}" type="pres">
      <dgm:prSet presAssocID="{0AE36782-817F-5A4D-B78E-CD2519204CE0}" presName="circ2" presStyleLbl="vennNode1" presStyleIdx="1" presStyleCnt="2"/>
      <dgm:spPr/>
    </dgm:pt>
    <dgm:pt modelId="{909093A0-1A9B-754F-A384-6F2DF07C8C3E}" type="pres">
      <dgm:prSet presAssocID="{0AE36782-817F-5A4D-B78E-CD2519204CE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EAA21F0E-2E0D-A44A-AB47-9B35E77CC6B5}" type="presOf" srcId="{645BBCB8-224C-D546-B4BF-A8E9D217BD82}" destId="{F46774F9-26C8-AC49-B657-76AE25E445B8}" srcOrd="1" destOrd="0" presId="urn:microsoft.com/office/officeart/2005/8/layout/venn1"/>
    <dgm:cxn modelId="{0E83E721-9240-D443-8798-2664C7E26FE3}" type="presOf" srcId="{0AE36782-817F-5A4D-B78E-CD2519204CE0}" destId="{909093A0-1A9B-754F-A384-6F2DF07C8C3E}" srcOrd="1" destOrd="0" presId="urn:microsoft.com/office/officeart/2005/8/layout/venn1"/>
    <dgm:cxn modelId="{B29B3A59-E2CA-764E-8F64-EE2536D06FCD}" srcId="{A820DA2F-8218-6A45-A962-C62748364A78}" destId="{645BBCB8-224C-D546-B4BF-A8E9D217BD82}" srcOrd="0" destOrd="0" parTransId="{CFCEDD52-091F-D341-BBFC-41FE68BCDCEC}" sibTransId="{5CF40E94-F683-A04C-A324-25C882DE6700}"/>
    <dgm:cxn modelId="{5315325C-5625-BF4E-A89E-AF7E75175F56}" srcId="{A820DA2F-8218-6A45-A962-C62748364A78}" destId="{0AE36782-817F-5A4D-B78E-CD2519204CE0}" srcOrd="1" destOrd="0" parTransId="{8621C618-00FB-2348-8EB1-DA1366DB21F4}" sibTransId="{F42281F2-6116-6446-A375-415B9BF4C378}"/>
    <dgm:cxn modelId="{19BDC668-839F-C94E-A20D-2856254BCD3F}" type="presOf" srcId="{0AE36782-817F-5A4D-B78E-CD2519204CE0}" destId="{B96158F3-F839-7B45-9BBA-3A75167898AB}" srcOrd="0" destOrd="0" presId="urn:microsoft.com/office/officeart/2005/8/layout/venn1"/>
    <dgm:cxn modelId="{1D4C80F0-3613-B24A-8485-D8BE3264E4C7}" type="presOf" srcId="{645BBCB8-224C-D546-B4BF-A8E9D217BD82}" destId="{6E3815DD-2496-AA4F-A4C0-A831E8186EC2}" srcOrd="0" destOrd="0" presId="urn:microsoft.com/office/officeart/2005/8/layout/venn1"/>
    <dgm:cxn modelId="{318793F8-A034-E848-8140-3792CEEFA9B7}" type="presOf" srcId="{A820DA2F-8218-6A45-A962-C62748364A78}" destId="{2B0F6E60-6380-6B4E-BEDF-A5B83E58E067}" srcOrd="0" destOrd="0" presId="urn:microsoft.com/office/officeart/2005/8/layout/venn1"/>
    <dgm:cxn modelId="{209DDB9B-E03D-A74A-9A93-0FF91ACD99B1}" type="presParOf" srcId="{2B0F6E60-6380-6B4E-BEDF-A5B83E58E067}" destId="{6E3815DD-2496-AA4F-A4C0-A831E8186EC2}" srcOrd="0" destOrd="0" presId="urn:microsoft.com/office/officeart/2005/8/layout/venn1"/>
    <dgm:cxn modelId="{1E11FB5E-46C3-1F48-849B-B4DA1CA54484}" type="presParOf" srcId="{2B0F6E60-6380-6B4E-BEDF-A5B83E58E067}" destId="{F46774F9-26C8-AC49-B657-76AE25E445B8}" srcOrd="1" destOrd="0" presId="urn:microsoft.com/office/officeart/2005/8/layout/venn1"/>
    <dgm:cxn modelId="{3C5D587D-45AA-D14B-A60E-A205956745CC}" type="presParOf" srcId="{2B0F6E60-6380-6B4E-BEDF-A5B83E58E067}" destId="{B96158F3-F839-7B45-9BBA-3A75167898AB}" srcOrd="2" destOrd="0" presId="urn:microsoft.com/office/officeart/2005/8/layout/venn1"/>
    <dgm:cxn modelId="{42FAE019-8C9C-5849-9020-BDD2B5DCF185}" type="presParOf" srcId="{2B0F6E60-6380-6B4E-BEDF-A5B83E58E067}" destId="{909093A0-1A9B-754F-A384-6F2DF07C8C3E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815DD-2496-AA4F-A4C0-A831E8186EC2}">
      <dsp:nvSpPr>
        <dsp:cNvPr id="0" name=""/>
        <dsp:cNvSpPr/>
      </dsp:nvSpPr>
      <dsp:spPr>
        <a:xfrm>
          <a:off x="182880" y="453813"/>
          <a:ext cx="4511040" cy="4511040"/>
        </a:xfrm>
        <a:prstGeom prst="ellipse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4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812800" y="985762"/>
        <a:ext cx="2600960" cy="3447142"/>
      </dsp:txXfrm>
    </dsp:sp>
    <dsp:sp modelId="{B96158F3-F839-7B45-9BBA-3A75167898AB}">
      <dsp:nvSpPr>
        <dsp:cNvPr id="0" name=""/>
        <dsp:cNvSpPr/>
      </dsp:nvSpPr>
      <dsp:spPr>
        <a:xfrm>
          <a:off x="3434080" y="453813"/>
          <a:ext cx="4511040" cy="4511040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12152150"/>
                <a:satOff val="-826"/>
                <a:lumOff val="196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alpha val="50000"/>
                <a:hueOff val="-12152150"/>
                <a:satOff val="-826"/>
                <a:lumOff val="196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alpha val="50000"/>
                <a:hueOff val="-12152150"/>
                <a:satOff val="-826"/>
                <a:lumOff val="196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4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4714240" y="985762"/>
        <a:ext cx="2600960" cy="3447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0431-5910-1C08-6379-7D6C751B0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9BABE-7E07-57D5-F4A2-2D1D58B41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6FEAA-9CC8-E372-2005-B4526975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7B05-3A02-1506-0CB2-9E7AFA7C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08C8A-C0B7-7653-5572-E787E498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5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986C6-0687-68F4-C0E9-BBD348EC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D9176-42CA-F741-DA61-2F6A67CBC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05581-4F15-CB7B-CC30-780E9923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9AF14-8BB0-CD38-516E-032CE54A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C8DF2-51DB-E408-C2B5-39853E24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1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E3A6-FB6A-7287-FDB0-B2AFC365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AD34C-4CA8-1821-CDE4-9BA88351F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068A0-9D59-480A-E5E0-E51ACDFA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A9AE2-13FF-1B06-22DB-76EC03F3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4D718-7A60-31D9-D0A5-91EEA8B1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9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FBFD-D8F5-6BA2-F06A-1E765B89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8555B-85BA-0F11-7354-EC2CE3822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88F14-00B5-0CE2-77FD-30E981DB0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A89A6-D5CC-8F86-25B0-8ADC60E9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0DA07-8C72-3DCD-6A78-96E7B381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2C272-EC34-5B75-447A-9A0225E9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4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5E2A-EFA0-0C0E-4AAB-96759A78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4E3FD-620F-9049-9497-257E2B834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CC18E-72C1-EAD7-4103-61FD6726C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7B307-8DF2-92BC-98A7-35D1C03C1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51338-2808-97E5-10DC-C0205FFAD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058D43-0791-E3B8-4B7D-8A0AC485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E31E0-5124-FE01-280D-1B46538E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07E78-5AA7-4DF8-06BE-15C87790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9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E942-EBF4-6C8F-0743-C0E6CAE7C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095D6-BF51-C9CE-EE05-447F3298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49B89-79E4-00AD-0EC9-4E4CEB0F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441FA-D655-10B7-77CE-50C913C4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9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A6742-1FFF-10FF-E0C4-92FAEC90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ED472-77D1-3597-1AB1-D1D56D534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15A26-0A77-57BA-82FF-57BC64F9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7681B-9AB2-32FF-7955-5F72AACC0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FB20-BE8B-E6FA-C88F-30763F3BE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48101-49A3-0D18-933C-7DC18AF01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F579-8593-DF0E-0CD3-4B6B80BA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D7C5A-ED6F-AEBB-7354-BF6EA8F9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F16B0-9074-BA7D-DC86-87BF0542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5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9860-D1DE-1958-A45A-0EE4B097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CB169-824C-495A-A573-5B907DD08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E0E03-DD0B-3D43-B4FA-1AFA7871F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ECA4F-E1BD-AD53-7C06-B7973E9D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1AE65-CFBE-65A0-CD6F-A7589336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BD3EE-E4C6-C847-3D3E-CB0E5B2D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5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C4AB-8100-F3BA-F650-4580185A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FEAC3-10B5-3726-0206-457BF4A95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726F4-FF3A-DA80-1156-C27EA969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B334-B636-9C23-FD70-3DC6AF47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4E077-0034-05C4-1DE9-829A841A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5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ADA1B-4C73-7780-D517-81300C75A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AE2D2-E2EB-13F2-7AF0-AF110EA58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376A5-DC11-439B-B4FE-3C9D585A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DCF2-26A5-43C4-4EB4-87BA6AB8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49FB5-994B-54DE-5798-FFD9963C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DC710-465F-593F-E77A-8686B8C1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9C682-547A-D155-DEC5-930340FCF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FCB0B-98BF-143A-832D-4C6144F2E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097CB-A5E5-1F49-8B0D-BC3CC3EBC0D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21173-CC5C-8129-42C2-BF7EF3C2A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1E846-6789-4264-2426-EA4BBC4C9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DECFA-AA0B-B54B-A99D-2B96B58E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6215062-0AAF-93B0-38E8-261CFBF39FC2}"/>
              </a:ext>
            </a:extLst>
          </p:cNvPr>
          <p:cNvSpPr/>
          <p:nvPr/>
        </p:nvSpPr>
        <p:spPr>
          <a:xfrm>
            <a:off x="2032116" y="802147"/>
            <a:ext cx="5474043" cy="5474043"/>
          </a:xfrm>
          <a:prstGeom prst="ellipse">
            <a:avLst/>
          </a:prstGeom>
          <a:solidFill>
            <a:schemeClr val="accent1">
              <a:lumMod val="20000"/>
              <a:lumOff val="80000"/>
              <a:alpha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42BD7E-55F8-111C-9182-FDA43F67E3D2}"/>
              </a:ext>
            </a:extLst>
          </p:cNvPr>
          <p:cNvSpPr/>
          <p:nvPr/>
        </p:nvSpPr>
        <p:spPr>
          <a:xfrm>
            <a:off x="4769137" y="802146"/>
            <a:ext cx="5474043" cy="5474043"/>
          </a:xfrm>
          <a:prstGeom prst="ellipse">
            <a:avLst/>
          </a:prstGeom>
          <a:solidFill>
            <a:schemeClr val="accent6">
              <a:lumMod val="20000"/>
              <a:lumOff val="80000"/>
              <a:alpha val="34384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E2087-6B3E-15B3-2DAE-3415488DE463}"/>
              </a:ext>
            </a:extLst>
          </p:cNvPr>
          <p:cNvSpPr txBox="1"/>
          <p:nvPr/>
        </p:nvSpPr>
        <p:spPr>
          <a:xfrm>
            <a:off x="2928551" y="1421027"/>
            <a:ext cx="2496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Adverse Event</a:t>
            </a:r>
          </a:p>
          <a:p>
            <a:pPr algn="ctr"/>
            <a:r>
              <a:rPr lang="en-US" sz="2800" b="1" dirty="0">
                <a:solidFill>
                  <a:schemeClr val="accent1"/>
                </a:solidFill>
              </a:rPr>
              <a:t>Condition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60E43-FBD5-8FC1-51F2-F004F68D3024}"/>
              </a:ext>
            </a:extLst>
          </p:cNvPr>
          <p:cNvSpPr txBox="1"/>
          <p:nvPr/>
        </p:nvSpPr>
        <p:spPr>
          <a:xfrm>
            <a:off x="6859947" y="1421026"/>
            <a:ext cx="2496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Adverse Event</a:t>
            </a:r>
          </a:p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Outcome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359C1-C61A-2C65-B43D-7EBEEC9F0184}"/>
              </a:ext>
            </a:extLst>
          </p:cNvPr>
          <p:cNvSpPr txBox="1"/>
          <p:nvPr/>
        </p:nvSpPr>
        <p:spPr>
          <a:xfrm>
            <a:off x="2467691" y="3043447"/>
            <a:ext cx="2178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Immunization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Procedure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D584-0D97-3E96-872C-797CB62BCCA9}"/>
              </a:ext>
            </a:extLst>
          </p:cNvPr>
          <p:cNvSpPr txBox="1"/>
          <p:nvPr/>
        </p:nvSpPr>
        <p:spPr>
          <a:xfrm>
            <a:off x="7629156" y="3063026"/>
            <a:ext cx="1865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Encounter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CarePlan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B6BE5E-4817-26DB-D91A-AC01E04FFCC0}"/>
              </a:ext>
            </a:extLst>
          </p:cNvPr>
          <p:cNvSpPr txBox="1"/>
          <p:nvPr/>
        </p:nvSpPr>
        <p:spPr>
          <a:xfrm>
            <a:off x="4844418" y="2690336"/>
            <a:ext cx="2538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AllergyIntolerance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Procedure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DocumentReference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04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7056B7D-5A51-C507-1310-10D33D8FAF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85699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6393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Haas</dc:creator>
  <cp:lastModifiedBy>Eric Haas</cp:lastModifiedBy>
  <cp:revision>1</cp:revision>
  <dcterms:created xsi:type="dcterms:W3CDTF">2026-10-20T17:44:07Z</dcterms:created>
  <dcterms:modified xsi:type="dcterms:W3CDTF">2026-10-20T18:18:06Z</dcterms:modified>
</cp:coreProperties>
</file>